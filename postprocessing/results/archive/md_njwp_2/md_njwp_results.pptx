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13301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71604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3348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64330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2980567"/>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