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47459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38511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206145"/>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