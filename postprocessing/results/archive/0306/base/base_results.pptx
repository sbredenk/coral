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base_0225</a:t>
            </a:r>
          </a:p>
        </p:txBody>
      </p:sp>
      <p:sp>
        <p:nvSpPr>
          <p:cNvPr id="3" name="Text Placeholder 2"/>
          <p:cNvSpPr>
            <a:spLocks noGrp="1"/>
          </p:cNvSpPr>
          <p:nvPr>
            <p:ph type="body" idx="10" sz="quarter"/>
          </p:nvPr>
        </p:nvSpPr>
        <p:spPr/>
        <p:txBody>
          <a:bodyPr/>
          <a:lstStyle/>
          <a:p>
            <a:r>
              <a:t>1 US WTIV starting with CVOW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base_0225_inf</a:t>
            </a:r>
          </a:p>
        </p:txBody>
      </p:sp>
      <p:sp>
        <p:nvSpPr>
          <p:cNvPr id="3" name="Text Placeholder 2"/>
          <p:cNvSpPr>
            <a:spLocks noGrp="1"/>
          </p:cNvSpPr>
          <p:nvPr>
            <p:ph type="body" idx="10" sz="quarter"/>
          </p:nvPr>
        </p:nvSpPr>
        <p:spPr/>
        <p:txBody>
          <a:bodyPr/>
          <a:lstStyle/>
          <a:p>
            <a:r>
              <a:t>1 US WTIV starting with CVOW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NH</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NY</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MD</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VA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DE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513459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157327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157327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157327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1573270"/>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