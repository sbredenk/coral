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example_atlantic_3</a:t>
            </a:r>
          </a:p>
        </p:txBody>
      </p:sp>
      <p:sp>
        <p:nvSpPr>
          <p:cNvPr id="3" name="Text Placeholder 2"/>
          <p:cNvSpPr>
            <a:spLocks noGrp="1"/>
          </p:cNvSpPr>
          <p:nvPr>
            <p:ph type="body" idx="11"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Shared Resource Capacity - Vessels</a:t>
            </a:r>
          </a:p>
        </p:txBody>
      </p:sp>
      <p:pic>
        <p:nvPicPr>
          <p:cNvPr id="3" name="Picture 2" descr="image.png"/>
          <p:cNvPicPr>
            <a:picLocks noChangeAspect="1"/>
          </p:cNvPicPr>
          <p:nvPr/>
        </p:nvPicPr>
        <p:blipFill>
          <a:blip r:embed="rId2"/>
          <a:stretch>
            <a:fillRect/>
          </a:stretch>
        </p:blipFill>
        <p:spPr>
          <a:xfrm>
            <a:off x="0" y="566928"/>
            <a:ext cx="3886200" cy="790654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Shared Resource Capacity - Ports</a:t>
            </a:r>
          </a:p>
        </p:txBody>
      </p:sp>
      <p:pic>
        <p:nvPicPr>
          <p:cNvPr id="3" name="Picture 2" descr="image.png"/>
          <p:cNvPicPr>
            <a:picLocks noChangeAspect="1"/>
          </p:cNvPicPr>
          <p:nvPr/>
        </p:nvPicPr>
        <p:blipFill>
          <a:blip r:embed="rId2"/>
          <a:stretch>
            <a:fillRect/>
          </a:stretch>
        </p:blipFill>
        <p:spPr>
          <a:xfrm>
            <a:off x="0" y="566928"/>
            <a:ext cx="3886200" cy="790654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 Gantt</a:t>
            </a:r>
          </a:p>
        </p:txBody>
      </p:sp>
      <p:pic>
        <p:nvPicPr>
          <p:cNvPr id="3" name="Picture 2" descr="image.png"/>
          <p:cNvPicPr>
            <a:picLocks noChangeAspect="1"/>
          </p:cNvPicPr>
          <p:nvPr/>
        </p:nvPicPr>
        <p:blipFill>
          <a:blip r:embed="rId2"/>
          <a:stretch>
            <a:fillRect/>
          </a:stretch>
        </p:blipFill>
        <p:spPr>
          <a:xfrm>
            <a:off x="0" y="566928"/>
            <a:ext cx="3886200" cy="392479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Full Gantt</a:t>
            </a:r>
          </a:p>
        </p:txBody>
      </p:sp>
      <p:pic>
        <p:nvPicPr>
          <p:cNvPr id="3" name="Picture 2" descr="image.png"/>
          <p:cNvPicPr>
            <a:picLocks noChangeAspect="1"/>
          </p:cNvPicPr>
          <p:nvPr/>
        </p:nvPicPr>
        <p:blipFill>
          <a:blip r:embed="rId2"/>
          <a:stretch>
            <a:fillRect/>
          </a:stretch>
        </p:blipFill>
        <p:spPr>
          <a:xfrm>
            <a:off x="0" y="566928"/>
            <a:ext cx="4800600" cy="484827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New England Gantt</a:t>
            </a:r>
          </a:p>
        </p:txBody>
      </p:sp>
      <p:pic>
        <p:nvPicPr>
          <p:cNvPr id="3" name="Picture 2" descr="image.png"/>
          <p:cNvPicPr>
            <a:picLocks noChangeAspect="1"/>
          </p:cNvPicPr>
          <p:nvPr/>
        </p:nvPicPr>
        <p:blipFill>
          <a:blip r:embed="rId2"/>
          <a:stretch>
            <a:fillRect/>
          </a:stretch>
        </p:blipFill>
        <p:spPr>
          <a:xfrm>
            <a:off x="0" y="566928"/>
            <a:ext cx="12188952" cy="418610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New England Gantt</a:t>
            </a:r>
          </a:p>
        </p:txBody>
      </p:sp>
      <p:pic>
        <p:nvPicPr>
          <p:cNvPr id="3" name="Picture 2" descr="image.png"/>
          <p:cNvPicPr>
            <a:picLocks noChangeAspect="1"/>
          </p:cNvPicPr>
          <p:nvPr/>
        </p:nvPicPr>
        <p:blipFill>
          <a:blip r:embed="rId2"/>
          <a:stretch>
            <a:fillRect/>
          </a:stretch>
        </p:blipFill>
        <p:spPr>
          <a:xfrm>
            <a:off x="0" y="566928"/>
            <a:ext cx="12188952" cy="418610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Fixed Gantt</a:t>
            </a:r>
          </a:p>
        </p:txBody>
      </p:sp>
      <p:pic>
        <p:nvPicPr>
          <p:cNvPr id="3" name="Picture 2" descr="image.png"/>
          <p:cNvPicPr>
            <a:picLocks noChangeAspect="1"/>
          </p:cNvPicPr>
          <p:nvPr/>
        </p:nvPicPr>
        <p:blipFill>
          <a:blip r:embed="rId2"/>
          <a:stretch>
            <a:fillRect/>
          </a:stretch>
        </p:blipFill>
        <p:spPr>
          <a:xfrm>
            <a:off x="0" y="566928"/>
            <a:ext cx="12188952" cy="1084975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Fixed Gantt</a:t>
            </a:r>
          </a:p>
        </p:txBody>
      </p:sp>
      <p:pic>
        <p:nvPicPr>
          <p:cNvPr id="3" name="Picture 2" descr="image.png"/>
          <p:cNvPicPr>
            <a:picLocks noChangeAspect="1"/>
          </p:cNvPicPr>
          <p:nvPr/>
        </p:nvPicPr>
        <p:blipFill>
          <a:blip r:embed="rId2"/>
          <a:stretch>
            <a:fillRect/>
          </a:stretch>
        </p:blipFill>
        <p:spPr>
          <a:xfrm>
            <a:off x="0" y="566928"/>
            <a:ext cx="12188952" cy="1084975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Floating Gantt</a:t>
            </a:r>
          </a:p>
        </p:txBody>
      </p:sp>
      <p:pic>
        <p:nvPicPr>
          <p:cNvPr id="3" name="Picture 2" descr="image.png"/>
          <p:cNvPicPr>
            <a:picLocks noChangeAspect="1"/>
          </p:cNvPicPr>
          <p:nvPr/>
        </p:nvPicPr>
        <p:blipFill>
          <a:blip r:embed="rId2"/>
          <a:stretch>
            <a:fillRect/>
          </a:stretch>
        </p:blipFill>
        <p:spPr>
          <a:xfrm>
            <a:off x="0" y="566928"/>
            <a:ext cx="12188952" cy="165802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Floating Gantt</a:t>
            </a:r>
          </a:p>
        </p:txBody>
      </p:sp>
      <p:pic>
        <p:nvPicPr>
          <p:cNvPr id="3" name="Picture 2" descr="image.png"/>
          <p:cNvPicPr>
            <a:picLocks noChangeAspect="1"/>
          </p:cNvPicPr>
          <p:nvPr/>
        </p:nvPicPr>
        <p:blipFill>
          <a:blip r:embed="rId2"/>
          <a:stretch>
            <a:fillRect/>
          </a:stretch>
        </p:blipFill>
        <p:spPr>
          <a:xfrm>
            <a:off x="0" y="566928"/>
            <a:ext cx="12188952" cy="165802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Vessel Utilization</a:t>
            </a:r>
          </a:p>
        </p:txBody>
      </p:sp>
      <p:pic>
        <p:nvPicPr>
          <p:cNvPr id="3" name="Picture 2" descr="image.png"/>
          <p:cNvPicPr>
            <a:picLocks noChangeAspect="1"/>
          </p:cNvPicPr>
          <p:nvPr/>
        </p:nvPicPr>
        <p:blipFill>
          <a:blip r:embed="rId2"/>
          <a:stretch>
            <a:fillRect/>
          </a:stretch>
        </p:blipFill>
        <p:spPr>
          <a:xfrm>
            <a:off x="0" y="566928"/>
            <a:ext cx="12188952" cy="865022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example_atlantic_2</a:t>
            </a:r>
          </a:p>
        </p:txBody>
      </p:sp>
      <p:sp>
        <p:nvSpPr>
          <p:cNvPr id="3" name="Text Placeholder 2"/>
          <p:cNvSpPr>
            <a:spLocks noGrp="1"/>
          </p:cNvSpPr>
          <p:nvPr>
            <p:ph type="body" idx="11" sz="quarter"/>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Shared Resource Capacity - Vessels</a:t>
            </a:r>
          </a:p>
        </p:txBody>
      </p:sp>
      <p:pic>
        <p:nvPicPr>
          <p:cNvPr id="3" name="Picture 2" descr="image.png"/>
          <p:cNvPicPr>
            <a:picLocks noChangeAspect="1"/>
          </p:cNvPicPr>
          <p:nvPr/>
        </p:nvPicPr>
        <p:blipFill>
          <a:blip r:embed="rId2"/>
          <a:stretch>
            <a:fillRect/>
          </a:stretch>
        </p:blipFill>
        <p:spPr>
          <a:xfrm>
            <a:off x="0" y="566928"/>
            <a:ext cx="3886200" cy="790654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Shared Resource Capacity - Ports</a:t>
            </a:r>
          </a:p>
        </p:txBody>
      </p:sp>
      <p:pic>
        <p:nvPicPr>
          <p:cNvPr id="3" name="Picture 2" descr="image.png"/>
          <p:cNvPicPr>
            <a:picLocks noChangeAspect="1"/>
          </p:cNvPicPr>
          <p:nvPr/>
        </p:nvPicPr>
        <p:blipFill>
          <a:blip r:embed="rId2"/>
          <a:stretch>
            <a:fillRect/>
          </a:stretch>
        </p:blipFill>
        <p:spPr>
          <a:xfrm>
            <a:off x="0" y="566928"/>
            <a:ext cx="3886200" cy="790654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 Gantt</a:t>
            </a:r>
          </a:p>
        </p:txBody>
      </p:sp>
      <p:pic>
        <p:nvPicPr>
          <p:cNvPr id="3" name="Picture 2" descr="image.png"/>
          <p:cNvPicPr>
            <a:picLocks noChangeAspect="1"/>
          </p:cNvPicPr>
          <p:nvPr/>
        </p:nvPicPr>
        <p:blipFill>
          <a:blip r:embed="rId2"/>
          <a:stretch>
            <a:fillRect/>
          </a:stretch>
        </p:blipFill>
        <p:spPr>
          <a:xfrm>
            <a:off x="0" y="566928"/>
            <a:ext cx="3886200" cy="391265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Full Gantt</a:t>
            </a:r>
          </a:p>
        </p:txBody>
      </p:sp>
      <p:pic>
        <p:nvPicPr>
          <p:cNvPr id="3" name="Picture 2" descr="image.png"/>
          <p:cNvPicPr>
            <a:picLocks noChangeAspect="1"/>
          </p:cNvPicPr>
          <p:nvPr/>
        </p:nvPicPr>
        <p:blipFill>
          <a:blip r:embed="rId2"/>
          <a:stretch>
            <a:fillRect/>
          </a:stretch>
        </p:blipFill>
        <p:spPr>
          <a:xfrm>
            <a:off x="0" y="566928"/>
            <a:ext cx="4800600" cy="4833277"/>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New England Gantt</a:t>
            </a:r>
          </a:p>
        </p:txBody>
      </p:sp>
      <p:pic>
        <p:nvPicPr>
          <p:cNvPr id="3" name="Picture 2" descr="image.png"/>
          <p:cNvPicPr>
            <a:picLocks noChangeAspect="1"/>
          </p:cNvPicPr>
          <p:nvPr/>
        </p:nvPicPr>
        <p:blipFill>
          <a:blip r:embed="rId2"/>
          <a:stretch>
            <a:fillRect/>
          </a:stretch>
        </p:blipFill>
        <p:spPr>
          <a:xfrm>
            <a:off x="0" y="566928"/>
            <a:ext cx="12188952" cy="4186105"/>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New England Gantt</a:t>
            </a:r>
          </a:p>
        </p:txBody>
      </p:sp>
      <p:pic>
        <p:nvPicPr>
          <p:cNvPr id="3" name="Picture 2" descr="image.png"/>
          <p:cNvPicPr>
            <a:picLocks noChangeAspect="1"/>
          </p:cNvPicPr>
          <p:nvPr/>
        </p:nvPicPr>
        <p:blipFill>
          <a:blip r:embed="rId2"/>
          <a:stretch>
            <a:fillRect/>
          </a:stretch>
        </p:blipFill>
        <p:spPr>
          <a:xfrm>
            <a:off x="0" y="566928"/>
            <a:ext cx="12188952" cy="418610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Fixed Gantt</a:t>
            </a:r>
          </a:p>
        </p:txBody>
      </p:sp>
      <p:pic>
        <p:nvPicPr>
          <p:cNvPr id="3" name="Picture 2" descr="image.png"/>
          <p:cNvPicPr>
            <a:picLocks noChangeAspect="1"/>
          </p:cNvPicPr>
          <p:nvPr/>
        </p:nvPicPr>
        <p:blipFill>
          <a:blip r:embed="rId2"/>
          <a:stretch>
            <a:fillRect/>
          </a:stretch>
        </p:blipFill>
        <p:spPr>
          <a:xfrm>
            <a:off x="0" y="566928"/>
            <a:ext cx="12188952" cy="1081618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Fixed Gantt</a:t>
            </a:r>
          </a:p>
        </p:txBody>
      </p:sp>
      <p:pic>
        <p:nvPicPr>
          <p:cNvPr id="3" name="Picture 2" descr="image.png"/>
          <p:cNvPicPr>
            <a:picLocks noChangeAspect="1"/>
          </p:cNvPicPr>
          <p:nvPr/>
        </p:nvPicPr>
        <p:blipFill>
          <a:blip r:embed="rId2"/>
          <a:stretch>
            <a:fillRect/>
          </a:stretch>
        </p:blipFill>
        <p:spPr>
          <a:xfrm>
            <a:off x="0" y="566928"/>
            <a:ext cx="12188952" cy="1081618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Floating Gantt</a:t>
            </a:r>
          </a:p>
        </p:txBody>
      </p:sp>
      <p:pic>
        <p:nvPicPr>
          <p:cNvPr id="3" name="Picture 2" descr="image.png"/>
          <p:cNvPicPr>
            <a:picLocks noChangeAspect="1"/>
          </p:cNvPicPr>
          <p:nvPr/>
        </p:nvPicPr>
        <p:blipFill>
          <a:blip r:embed="rId2"/>
          <a:stretch>
            <a:fillRect/>
          </a:stretch>
        </p:blipFill>
        <p:spPr>
          <a:xfrm>
            <a:off x="0" y="566928"/>
            <a:ext cx="12188952" cy="165802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Floating Gantt</a:t>
            </a:r>
          </a:p>
        </p:txBody>
      </p:sp>
      <p:pic>
        <p:nvPicPr>
          <p:cNvPr id="3" name="Picture 2" descr="image.png"/>
          <p:cNvPicPr>
            <a:picLocks noChangeAspect="1"/>
          </p:cNvPicPr>
          <p:nvPr/>
        </p:nvPicPr>
        <p:blipFill>
          <a:blip r:embed="rId2"/>
          <a:stretch>
            <a:fillRect/>
          </a:stretch>
        </p:blipFill>
        <p:spPr>
          <a:xfrm>
            <a:off x="0" y="566928"/>
            <a:ext cx="12188952" cy="165802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Vessel Utilization</a:t>
            </a:r>
          </a:p>
        </p:txBody>
      </p:sp>
      <p:pic>
        <p:nvPicPr>
          <p:cNvPr id="3" name="Picture 2" descr="image.png"/>
          <p:cNvPicPr>
            <a:picLocks noChangeAspect="1"/>
          </p:cNvPicPr>
          <p:nvPr/>
        </p:nvPicPr>
        <p:blipFill>
          <a:blip r:embed="rId2"/>
          <a:stretch>
            <a:fillRect/>
          </a:stretch>
        </p:blipFill>
        <p:spPr>
          <a:xfrm>
            <a:off x="0" y="566928"/>
            <a:ext cx="12188952" cy="865022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example_atlantic_1</a:t>
            </a:r>
          </a:p>
        </p:txBody>
      </p:sp>
      <p:sp>
        <p:nvSpPr>
          <p:cNvPr id="3" name="Text Placeholder 2"/>
          <p:cNvSpPr>
            <a:spLocks noGrp="1"/>
          </p:cNvSpPr>
          <p:nvPr>
            <p:ph type="body" idx="11" sz="quarter"/>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Shared Resource Capacity - Vessels</a:t>
            </a:r>
          </a:p>
        </p:txBody>
      </p:sp>
      <p:pic>
        <p:nvPicPr>
          <p:cNvPr id="3" name="Picture 2" descr="image.png"/>
          <p:cNvPicPr>
            <a:picLocks noChangeAspect="1"/>
          </p:cNvPicPr>
          <p:nvPr/>
        </p:nvPicPr>
        <p:blipFill>
          <a:blip r:embed="rId2"/>
          <a:stretch>
            <a:fillRect/>
          </a:stretch>
        </p:blipFill>
        <p:spPr>
          <a:xfrm>
            <a:off x="0" y="566928"/>
            <a:ext cx="3886200" cy="7906543"/>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Shared Resource Capacity - Ports</a:t>
            </a:r>
          </a:p>
        </p:txBody>
      </p:sp>
      <p:pic>
        <p:nvPicPr>
          <p:cNvPr id="3" name="Picture 2" descr="image.png"/>
          <p:cNvPicPr>
            <a:picLocks noChangeAspect="1"/>
          </p:cNvPicPr>
          <p:nvPr/>
        </p:nvPicPr>
        <p:blipFill>
          <a:blip r:embed="rId2"/>
          <a:stretch>
            <a:fillRect/>
          </a:stretch>
        </p:blipFill>
        <p:spPr>
          <a:xfrm>
            <a:off x="0" y="566928"/>
            <a:ext cx="3886200" cy="790654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 Gantt</a:t>
            </a:r>
          </a:p>
        </p:txBody>
      </p:sp>
      <p:pic>
        <p:nvPicPr>
          <p:cNvPr id="3" name="Picture 2" descr="image.png"/>
          <p:cNvPicPr>
            <a:picLocks noChangeAspect="1"/>
          </p:cNvPicPr>
          <p:nvPr/>
        </p:nvPicPr>
        <p:blipFill>
          <a:blip r:embed="rId2"/>
          <a:stretch>
            <a:fillRect/>
          </a:stretch>
        </p:blipFill>
        <p:spPr>
          <a:xfrm>
            <a:off x="0" y="566928"/>
            <a:ext cx="3886200" cy="3917501"/>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Full Gantt</a:t>
            </a:r>
          </a:p>
        </p:txBody>
      </p:sp>
      <p:pic>
        <p:nvPicPr>
          <p:cNvPr id="3" name="Picture 2" descr="image.png"/>
          <p:cNvPicPr>
            <a:picLocks noChangeAspect="1"/>
          </p:cNvPicPr>
          <p:nvPr/>
        </p:nvPicPr>
        <p:blipFill>
          <a:blip r:embed="rId2"/>
          <a:stretch>
            <a:fillRect/>
          </a:stretch>
        </p:blipFill>
        <p:spPr>
          <a:xfrm>
            <a:off x="0" y="566928"/>
            <a:ext cx="4800600" cy="4839267"/>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New England Gantt</a:t>
            </a:r>
          </a:p>
        </p:txBody>
      </p:sp>
      <p:pic>
        <p:nvPicPr>
          <p:cNvPr id="3" name="Picture 2" descr="image.png"/>
          <p:cNvPicPr>
            <a:picLocks noChangeAspect="1"/>
          </p:cNvPicPr>
          <p:nvPr/>
        </p:nvPicPr>
        <p:blipFill>
          <a:blip r:embed="rId2"/>
          <a:stretch>
            <a:fillRect/>
          </a:stretch>
        </p:blipFill>
        <p:spPr>
          <a:xfrm>
            <a:off x="0" y="566928"/>
            <a:ext cx="12188952" cy="4149777"/>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New England Gantt</a:t>
            </a:r>
          </a:p>
        </p:txBody>
      </p:sp>
      <p:pic>
        <p:nvPicPr>
          <p:cNvPr id="3" name="Picture 2" descr="image.png"/>
          <p:cNvPicPr>
            <a:picLocks noChangeAspect="1"/>
          </p:cNvPicPr>
          <p:nvPr/>
        </p:nvPicPr>
        <p:blipFill>
          <a:blip r:embed="rId2"/>
          <a:stretch>
            <a:fillRect/>
          </a:stretch>
        </p:blipFill>
        <p:spPr>
          <a:xfrm>
            <a:off x="0" y="566928"/>
            <a:ext cx="12188952" cy="4149777"/>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Fixed Gantt</a:t>
            </a:r>
          </a:p>
        </p:txBody>
      </p:sp>
      <p:pic>
        <p:nvPicPr>
          <p:cNvPr id="3" name="Picture 2" descr="image.png"/>
          <p:cNvPicPr>
            <a:picLocks noChangeAspect="1"/>
          </p:cNvPicPr>
          <p:nvPr/>
        </p:nvPicPr>
        <p:blipFill>
          <a:blip r:embed="rId2"/>
          <a:stretch>
            <a:fillRect/>
          </a:stretch>
        </p:blipFill>
        <p:spPr>
          <a:xfrm>
            <a:off x="0" y="566928"/>
            <a:ext cx="12188952" cy="1082958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Fixed Gantt</a:t>
            </a:r>
          </a:p>
        </p:txBody>
      </p:sp>
      <p:pic>
        <p:nvPicPr>
          <p:cNvPr id="3" name="Picture 2" descr="image.png"/>
          <p:cNvPicPr>
            <a:picLocks noChangeAspect="1"/>
          </p:cNvPicPr>
          <p:nvPr/>
        </p:nvPicPr>
        <p:blipFill>
          <a:blip r:embed="rId2"/>
          <a:stretch>
            <a:fillRect/>
          </a:stretch>
        </p:blipFill>
        <p:spPr>
          <a:xfrm>
            <a:off x="0" y="566928"/>
            <a:ext cx="12188952" cy="1082958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Floating Gantt</a:t>
            </a:r>
          </a:p>
        </p:txBody>
      </p:sp>
      <p:pic>
        <p:nvPicPr>
          <p:cNvPr id="3" name="Picture 2" descr="image.png"/>
          <p:cNvPicPr>
            <a:picLocks noChangeAspect="1"/>
          </p:cNvPicPr>
          <p:nvPr/>
        </p:nvPicPr>
        <p:blipFill>
          <a:blip r:embed="rId2"/>
          <a:stretch>
            <a:fillRect/>
          </a:stretch>
        </p:blipFill>
        <p:spPr>
          <a:xfrm>
            <a:off x="0" y="566928"/>
            <a:ext cx="12188952" cy="165802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Sorted Floating Gantt</a:t>
            </a:r>
          </a:p>
        </p:txBody>
      </p:sp>
      <p:pic>
        <p:nvPicPr>
          <p:cNvPr id="3" name="Picture 2" descr="image.png"/>
          <p:cNvPicPr>
            <a:picLocks noChangeAspect="1"/>
          </p:cNvPicPr>
          <p:nvPr/>
        </p:nvPicPr>
        <p:blipFill>
          <a:blip r:embed="rId2"/>
          <a:stretch>
            <a:fillRect/>
          </a:stretch>
        </p:blipFill>
        <p:spPr>
          <a:xfrm>
            <a:off x="0" y="566928"/>
            <a:ext cx="12188952" cy="165802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Vessel Utilization</a:t>
            </a:r>
          </a:p>
        </p:txBody>
      </p:sp>
      <p:pic>
        <p:nvPicPr>
          <p:cNvPr id="3" name="Picture 2" descr="image.png"/>
          <p:cNvPicPr>
            <a:picLocks noChangeAspect="1"/>
          </p:cNvPicPr>
          <p:nvPr/>
        </p:nvPicPr>
        <p:blipFill>
          <a:blip r:embed="rId2"/>
          <a:stretch>
            <a:fillRect/>
          </a:stretch>
        </p:blipFill>
        <p:spPr>
          <a:xfrm>
            <a:off x="0" y="566928"/>
            <a:ext cx="12188952" cy="8650224"/>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Summary Plots</a:t>
            </a:r>
          </a:p>
        </p:txBody>
      </p:sp>
      <p:sp>
        <p:nvSpPr>
          <p:cNvPr id="3" name="Text Placeholder 2"/>
          <p:cNvSpPr>
            <a:spLocks noGrp="1"/>
          </p:cNvSpPr>
          <p:nvPr>
            <p:ph type="body" idx="11" sz="quarter"/>
          </p:nvPr>
        </p:nvSpPr>
        <p:spPr/>
        <p:txBody>
          <a:bodyPr/>
          <a:lstStyle/>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a:t>
            </a:r>
          </a:p>
        </p:txBody>
      </p:sp>
      <p:pic>
        <p:nvPicPr>
          <p:cNvPr id="3" name="Picture 2" descr="image.png"/>
          <p:cNvPicPr>
            <a:picLocks noChangeAspect="1"/>
          </p:cNvPicPr>
          <p:nvPr/>
        </p:nvPicPr>
        <p:blipFill>
          <a:blip r:embed="rId2"/>
          <a:stretch>
            <a:fillRect/>
          </a:stretch>
        </p:blipFill>
        <p:spPr>
          <a:xfrm>
            <a:off x="0" y="566928"/>
            <a:ext cx="12188952" cy="509140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Capacity</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186359"/>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186359"/>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186359"/>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186359"/>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