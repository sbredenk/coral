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685385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NH</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NY</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MD</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VA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DE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60674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27595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275952"/>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275952"/>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351177"/>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275952"/>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238914"/>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169972"/>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35817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13194875"/>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13194875"/>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13194875"/>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13194875"/>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