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expanded_0225</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expanded_0225_inf</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4064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NH</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NY</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MD</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VA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DE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98706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682113"/>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689429"/>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157730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157730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1577302"/>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1577302"/>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