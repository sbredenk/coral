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4747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4747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392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712709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6487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71424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