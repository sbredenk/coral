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80242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4330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19338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19338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193385"/>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193385"/>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