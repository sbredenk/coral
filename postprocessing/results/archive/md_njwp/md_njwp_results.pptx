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392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12709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7142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