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868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392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5681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6487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3416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