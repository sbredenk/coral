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4747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392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09175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6927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248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248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248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248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