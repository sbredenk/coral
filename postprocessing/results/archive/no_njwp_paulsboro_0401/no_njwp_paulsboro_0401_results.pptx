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55228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8211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203297"/>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20329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20329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20329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