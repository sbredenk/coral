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16279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73416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4330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