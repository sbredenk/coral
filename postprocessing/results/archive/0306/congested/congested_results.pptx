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congested_0225</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Full Gantt</a:t>
            </a:r>
          </a:p>
        </p:txBody>
      </p:sp>
      <p:pic>
        <p:nvPicPr>
          <p:cNvPr id="3" name="Picture 2" descr="image.png"/>
          <p:cNvPicPr>
            <a:picLocks noChangeAspect="1"/>
          </p:cNvPicPr>
          <p:nvPr/>
        </p:nvPicPr>
        <p:blipFill>
          <a:blip r:embed="rId2"/>
          <a:stretch>
            <a:fillRect/>
          </a:stretch>
        </p:blipFill>
        <p:spPr>
          <a:xfrm>
            <a:off x="0" y="566928"/>
            <a:ext cx="3886200" cy="367271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congested_0225_inf</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Full Gantt</a:t>
            </a:r>
          </a:p>
        </p:txBody>
      </p:sp>
      <p:pic>
        <p:nvPicPr>
          <p:cNvPr id="3" name="Picture 2" descr="image.png"/>
          <p:cNvPicPr>
            <a:picLocks noChangeAspect="1"/>
          </p:cNvPicPr>
          <p:nvPr/>
        </p:nvPicPr>
        <p:blipFill>
          <a:blip r:embed="rId2"/>
          <a:stretch>
            <a:fillRect/>
          </a:stretch>
        </p:blipFill>
        <p:spPr>
          <a:xfrm>
            <a:off x="0" y="566928"/>
            <a:ext cx="3886200" cy="367271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4861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Mid-Atlantic</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MA</a:t>
            </a:r>
          </a:p>
        </p:txBody>
      </p:sp>
      <p:pic>
        <p:nvPicPr>
          <p:cNvPr id="3" name="Picture 2" descr="image.png"/>
          <p:cNvPicPr>
            <a:picLocks noChangeAspect="1"/>
          </p:cNvPicPr>
          <p:nvPr/>
        </p:nvPicPr>
        <p:blipFill>
          <a:blip r:embed="rId2"/>
          <a:stretch>
            <a:fillRect/>
          </a:stretch>
        </p:blipFill>
        <p:spPr>
          <a:xfrm>
            <a:off x="0" y="566928"/>
            <a:ext cx="12188952" cy="504150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ME</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CT</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RI</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NH</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RI/CT</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NJ</a:t>
            </a:r>
          </a:p>
        </p:txBody>
      </p:sp>
      <p:pic>
        <p:nvPicPr>
          <p:cNvPr id="3" name="Picture 2" descr="image.png"/>
          <p:cNvPicPr>
            <a:picLocks noChangeAspect="1"/>
          </p:cNvPicPr>
          <p:nvPr/>
        </p:nvPicPr>
        <p:blipFill>
          <a:blip r:embed="rId2"/>
          <a:stretch>
            <a:fillRect/>
          </a:stretch>
        </p:blipFill>
        <p:spPr>
          <a:xfrm>
            <a:off x="0" y="566928"/>
            <a:ext cx="12188952" cy="500605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NC</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MD</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VA</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DE</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97297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4330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157730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157730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157730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1577302"/>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