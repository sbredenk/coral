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5603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97900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6720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6720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6720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67202"/>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