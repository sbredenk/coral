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4747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392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47459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20614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20614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206145"/>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206145"/>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